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C2AE-D3E9-6A24-9774-6EC47246C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58652-F25D-1F46-2F8A-275A04552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03323-05E0-446B-98C3-03E7A51B1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767F3-1C71-1E94-70DD-0A9B28D4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E24C4-6352-D280-C112-40CA4A23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34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48C45-0FC7-0E08-F232-D5F45ABC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2FE34-C35E-2907-67FB-3C92185A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5BBA8-1997-B9F5-41A5-765303F7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D9C82-7273-0E65-629B-3898B5B9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13FE-5F78-B326-97EA-49C516E7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47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90128-67CA-F557-9A93-C2B1D924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1BD9C-0F51-F0C8-E749-D20C7B887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1443F-24AA-E9CC-AC9A-55C6563B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72227-52A9-1880-3FDD-CBBEDD66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16019-1020-F6E4-A2DD-083C6A2B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73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7D493-8D3A-BD88-2F08-CDF21CA1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AC789-C3B2-4FD3-7259-5AAF9F3D98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D90AC-B476-37F1-2F4F-96E7AF3F4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C48DA-EE5A-D236-D7AD-217D17EA4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F53D0-9A53-9A0B-5AD6-159642F2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8E641-C593-2F91-4246-87C6F9B4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74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243D-B914-8012-B856-1E3211428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135B6-05BB-04EE-726E-25F51A58F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5028E-4F58-0D40-74CD-04052CA1A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81544E-64D9-B262-5D45-E28E7764E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65BA7-AE80-91F2-34B9-9887DDEAC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F67F4-B236-F66D-F325-954C02841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A31BB-D856-0CAE-E5CA-A02015B6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0B2907-4EE3-4091-27C4-FFFFF882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80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82F9-365F-FABD-5544-B49E2283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9B43C-611E-BF82-48D0-23A831C3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8950DF-127F-7925-B227-4815E16B1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CD611-D4B1-419D-C2F0-8FA23BFB2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39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468F82-4193-E54D-ECFF-9CD51AC4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6EC701-8F1B-D219-7C52-69F3FD1EA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78FE2-41B3-3A26-6ED2-F5382729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14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EEAC-8243-7177-96E9-451F64783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DED22-341C-2E98-89C9-FEA61768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FB0B1-EE74-A785-C513-EAB5081C2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8D69E-1090-F93E-43AC-445C422A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C32FA-501A-5FB5-9708-E1E37CC2D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59CB2-BF9B-4B84-5360-5A20C7A4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9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69F8-2D34-A343-6113-2865C0F52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18F4AD-F9E2-63E2-B4D8-08EFCB8B752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023CE-4108-A867-0D1D-8C924BB5D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59BC1-1688-A7AB-B64D-33D7DB48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C1E29-990E-FEA6-5ECE-E0D803E8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D0DB2-F567-C9CE-6D2C-31B8B276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50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F7845-0584-1A6E-DA75-30FA0621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259DE-6788-5CEF-4AA3-E5995F834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82614-CDDD-ABD5-F3D7-9834BDFEF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59313-D667-3D7B-055C-1783AFB1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1782E-2E21-0FFD-50B0-A55F5E74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63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03318D-8EED-C143-FB78-72F9ED925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01222-1F2C-87AC-C81E-06514413F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A19E1-8A32-D4D8-F5A8-813A38B0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999FD-B337-3026-87A3-3ADE61CF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9E03C-A5B9-23CD-B146-942C4D8C5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51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111B13-6C59-54E1-ADA4-554BFFBA9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C4D83-494B-CD34-46A2-2B6D7B829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9C4AE-E830-BC32-08FA-DE91F1ED7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25CFE-28FB-438A-8938-1DF5F25C506C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C170A-068E-80BF-CD51-2A7164510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88FA-516E-1649-55AA-EB70D7CA4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0FDD4-289C-4C48-8AD9-BE8C15192E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279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50A13-65FD-EE29-DFA4-031BB4155F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396E6-04C9-6A2F-BA10-3813611B61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5F44E-B177-B3D7-8F7E-40199C9AD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46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Gohel</dc:creator>
  <cp:lastModifiedBy>Manoj Gohel</cp:lastModifiedBy>
  <cp:revision>1</cp:revision>
  <dcterms:created xsi:type="dcterms:W3CDTF">2026-10-21T13:20:19Z</dcterms:created>
  <dcterms:modified xsi:type="dcterms:W3CDTF">2026-10-21T13:21:18Z</dcterms:modified>
</cp:coreProperties>
</file>